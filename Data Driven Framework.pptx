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4C817-85A5-49C5-A042-0743418AB0B9}" type="doc">
      <dgm:prSet loTypeId="urn:microsoft.com/office/officeart/2005/8/layout/process2" loCatId="process" qsTypeId="urn:microsoft.com/office/officeart/2005/8/quickstyle/3d1" qsCatId="3D" csTypeId="urn:microsoft.com/office/officeart/2005/8/colors/colorful1" csCatId="colorful" phldr="1"/>
      <dgm:spPr/>
    </dgm:pt>
    <dgm:pt modelId="{BAE3384C-62B9-4A1C-95E8-A82114B3363E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C9745FE9-602C-4983-931C-89A9549F733D}" type="parTrans" cxnId="{AEA00177-7C99-4A11-B4B4-18A99D4DB226}">
      <dgm:prSet/>
      <dgm:spPr/>
      <dgm:t>
        <a:bodyPr/>
        <a:lstStyle/>
        <a:p>
          <a:endParaRPr lang="en-IN"/>
        </a:p>
      </dgm:t>
    </dgm:pt>
    <dgm:pt modelId="{0478B1E6-8F89-451F-9615-FFDD2527D84B}" type="sibTrans" cxnId="{AEA00177-7C99-4A11-B4B4-18A99D4DB226}">
      <dgm:prSet/>
      <dgm:spPr/>
      <dgm:t>
        <a:bodyPr/>
        <a:lstStyle/>
        <a:p>
          <a:endParaRPr lang="en-IN"/>
        </a:p>
      </dgm:t>
    </dgm:pt>
    <dgm:pt modelId="{849DF79E-D907-4332-A05A-C73B75CE47D7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E48635B3-74BE-43E5-9D2F-E643DD6EB769}" type="parTrans" cxnId="{F26F69B9-96A5-478C-BB9E-452E6A309B7A}">
      <dgm:prSet/>
      <dgm:spPr/>
      <dgm:t>
        <a:bodyPr/>
        <a:lstStyle/>
        <a:p>
          <a:endParaRPr lang="en-IN"/>
        </a:p>
      </dgm:t>
    </dgm:pt>
    <dgm:pt modelId="{AD57084A-E6AE-4DA2-A521-4D2815F56D16}" type="sibTrans" cxnId="{F26F69B9-96A5-478C-BB9E-452E6A309B7A}">
      <dgm:prSet/>
      <dgm:spPr/>
      <dgm:t>
        <a:bodyPr/>
        <a:lstStyle/>
        <a:p>
          <a:endParaRPr lang="en-IN"/>
        </a:p>
      </dgm:t>
    </dgm:pt>
    <dgm:pt modelId="{001D1743-1483-4843-A383-BB8DE04E3D95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A20D0C5D-66B2-490E-B071-49201187F74C}" type="parTrans" cxnId="{ECCF9058-8A97-4CD7-8215-D5B9BA11EB3E}">
      <dgm:prSet/>
      <dgm:spPr/>
      <dgm:t>
        <a:bodyPr/>
        <a:lstStyle/>
        <a:p>
          <a:endParaRPr lang="en-IN"/>
        </a:p>
      </dgm:t>
    </dgm:pt>
    <dgm:pt modelId="{B040B286-3DB1-41CD-9F84-FE90A3D16003}" type="sibTrans" cxnId="{ECCF9058-8A97-4CD7-8215-D5B9BA11EB3E}">
      <dgm:prSet/>
      <dgm:spPr/>
      <dgm:t>
        <a:bodyPr/>
        <a:lstStyle/>
        <a:p>
          <a:endParaRPr lang="en-IN"/>
        </a:p>
      </dgm:t>
    </dgm:pt>
    <dgm:pt modelId="{18884ABC-D470-4158-BC8B-EB171208C89A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D710A81F-C71D-420D-A6EB-67D06C6C1A43}" type="parTrans" cxnId="{75AEB5D1-349B-49DB-9DB8-F29082AA82C9}">
      <dgm:prSet/>
      <dgm:spPr/>
      <dgm:t>
        <a:bodyPr/>
        <a:lstStyle/>
        <a:p>
          <a:endParaRPr lang="en-IN"/>
        </a:p>
      </dgm:t>
    </dgm:pt>
    <dgm:pt modelId="{1F3FBDA2-9F81-4715-85B0-79709ADC2BB4}" type="sibTrans" cxnId="{75AEB5D1-349B-49DB-9DB8-F29082AA82C9}">
      <dgm:prSet/>
      <dgm:spPr/>
      <dgm:t>
        <a:bodyPr/>
        <a:lstStyle/>
        <a:p>
          <a:endParaRPr lang="en-IN"/>
        </a:p>
      </dgm:t>
    </dgm:pt>
    <dgm:pt modelId="{2A835CC2-1B15-4BB9-845F-057520BE8D4C}" type="pres">
      <dgm:prSet presAssocID="{4564C817-85A5-49C5-A042-0743418AB0B9}" presName="linearFlow" presStyleCnt="0">
        <dgm:presLayoutVars>
          <dgm:resizeHandles val="exact"/>
        </dgm:presLayoutVars>
      </dgm:prSet>
      <dgm:spPr/>
    </dgm:pt>
    <dgm:pt modelId="{2CA69046-5A66-431B-9F09-12F48849F7C1}" type="pres">
      <dgm:prSet presAssocID="{BAE3384C-62B9-4A1C-95E8-A82114B3363E}" presName="node" presStyleLbl="node1" presStyleIdx="0" presStyleCnt="4">
        <dgm:presLayoutVars>
          <dgm:bulletEnabled val="1"/>
        </dgm:presLayoutVars>
      </dgm:prSet>
      <dgm:spPr/>
    </dgm:pt>
    <dgm:pt modelId="{EEA40E06-726F-4835-BEB6-9AF33E1D5BAE}" type="pres">
      <dgm:prSet presAssocID="{0478B1E6-8F89-451F-9615-FFDD2527D84B}" presName="sibTrans" presStyleLbl="sibTrans2D1" presStyleIdx="0" presStyleCnt="3"/>
      <dgm:spPr/>
    </dgm:pt>
    <dgm:pt modelId="{0CAC7AB9-0753-45DD-9E85-9E83C4793BBC}" type="pres">
      <dgm:prSet presAssocID="{0478B1E6-8F89-451F-9615-FFDD2527D84B}" presName="connectorText" presStyleLbl="sibTrans2D1" presStyleIdx="0" presStyleCnt="3"/>
      <dgm:spPr/>
    </dgm:pt>
    <dgm:pt modelId="{69EA0E30-B88D-4AE5-8A7D-43D0AA7A3A67}" type="pres">
      <dgm:prSet presAssocID="{849DF79E-D907-4332-A05A-C73B75CE47D7}" presName="node" presStyleLbl="node1" presStyleIdx="1" presStyleCnt="4">
        <dgm:presLayoutVars>
          <dgm:bulletEnabled val="1"/>
        </dgm:presLayoutVars>
      </dgm:prSet>
      <dgm:spPr/>
    </dgm:pt>
    <dgm:pt modelId="{1792F3C5-0C7C-47D8-9B57-EACBAC4C47D4}" type="pres">
      <dgm:prSet presAssocID="{AD57084A-E6AE-4DA2-A521-4D2815F56D16}" presName="sibTrans" presStyleLbl="sibTrans2D1" presStyleIdx="1" presStyleCnt="3"/>
      <dgm:spPr/>
    </dgm:pt>
    <dgm:pt modelId="{90E5EC91-741F-498E-A79D-6241C6CA557A}" type="pres">
      <dgm:prSet presAssocID="{AD57084A-E6AE-4DA2-A521-4D2815F56D16}" presName="connectorText" presStyleLbl="sibTrans2D1" presStyleIdx="1" presStyleCnt="3"/>
      <dgm:spPr/>
    </dgm:pt>
    <dgm:pt modelId="{05499B92-0FFC-499C-82AD-80631E8B972E}" type="pres">
      <dgm:prSet presAssocID="{001D1743-1483-4843-A383-BB8DE04E3D95}" presName="node" presStyleLbl="node1" presStyleIdx="2" presStyleCnt="4">
        <dgm:presLayoutVars>
          <dgm:bulletEnabled val="1"/>
        </dgm:presLayoutVars>
      </dgm:prSet>
      <dgm:spPr/>
    </dgm:pt>
    <dgm:pt modelId="{84744D81-1CBC-4F9D-BB6F-72D24B873ECD}" type="pres">
      <dgm:prSet presAssocID="{B040B286-3DB1-41CD-9F84-FE90A3D16003}" presName="sibTrans" presStyleLbl="sibTrans2D1" presStyleIdx="2" presStyleCnt="3"/>
      <dgm:spPr/>
    </dgm:pt>
    <dgm:pt modelId="{63BCD0C0-FCF7-4B8D-9DA9-0F884DC956B9}" type="pres">
      <dgm:prSet presAssocID="{B040B286-3DB1-41CD-9F84-FE90A3D16003}" presName="connectorText" presStyleLbl="sibTrans2D1" presStyleIdx="2" presStyleCnt="3"/>
      <dgm:spPr/>
    </dgm:pt>
    <dgm:pt modelId="{3799E177-0C34-4EC1-B48E-39209B5D14B4}" type="pres">
      <dgm:prSet presAssocID="{18884ABC-D470-4158-BC8B-EB171208C89A}" presName="node" presStyleLbl="node1" presStyleIdx="3" presStyleCnt="4">
        <dgm:presLayoutVars>
          <dgm:bulletEnabled val="1"/>
        </dgm:presLayoutVars>
      </dgm:prSet>
      <dgm:spPr/>
    </dgm:pt>
  </dgm:ptLst>
  <dgm:cxnLst>
    <dgm:cxn modelId="{A0479E39-51A8-4304-BDFE-2ECCC9726D27}" type="presOf" srcId="{0478B1E6-8F89-451F-9615-FFDD2527D84B}" destId="{0CAC7AB9-0753-45DD-9E85-9E83C4793BBC}" srcOrd="1" destOrd="0" presId="urn:microsoft.com/office/officeart/2005/8/layout/process2"/>
    <dgm:cxn modelId="{8D1E418E-10DE-426E-A3C4-17B036642D12}" type="presOf" srcId="{AD57084A-E6AE-4DA2-A521-4D2815F56D16}" destId="{1792F3C5-0C7C-47D8-9B57-EACBAC4C47D4}" srcOrd="0" destOrd="0" presId="urn:microsoft.com/office/officeart/2005/8/layout/process2"/>
    <dgm:cxn modelId="{18CC7934-61F6-4625-861E-73B7682B2E83}" type="presOf" srcId="{0478B1E6-8F89-451F-9615-FFDD2527D84B}" destId="{EEA40E06-726F-4835-BEB6-9AF33E1D5BAE}" srcOrd="0" destOrd="0" presId="urn:microsoft.com/office/officeart/2005/8/layout/process2"/>
    <dgm:cxn modelId="{646B7EB7-7016-4FF7-9441-B3734CA667E1}" type="presOf" srcId="{B040B286-3DB1-41CD-9F84-FE90A3D16003}" destId="{84744D81-1CBC-4F9D-BB6F-72D24B873ECD}" srcOrd="0" destOrd="0" presId="urn:microsoft.com/office/officeart/2005/8/layout/process2"/>
    <dgm:cxn modelId="{72D166A5-0FD5-4E2B-8783-621A85A2F01D}" type="presOf" srcId="{849DF79E-D907-4332-A05A-C73B75CE47D7}" destId="{69EA0E30-B88D-4AE5-8A7D-43D0AA7A3A67}" srcOrd="0" destOrd="0" presId="urn:microsoft.com/office/officeart/2005/8/layout/process2"/>
    <dgm:cxn modelId="{AEA00177-7C99-4A11-B4B4-18A99D4DB226}" srcId="{4564C817-85A5-49C5-A042-0743418AB0B9}" destId="{BAE3384C-62B9-4A1C-95E8-A82114B3363E}" srcOrd="0" destOrd="0" parTransId="{C9745FE9-602C-4983-931C-89A9549F733D}" sibTransId="{0478B1E6-8F89-451F-9615-FFDD2527D84B}"/>
    <dgm:cxn modelId="{1F2A0088-C121-4102-8017-70045AE003CB}" type="presOf" srcId="{18884ABC-D470-4158-BC8B-EB171208C89A}" destId="{3799E177-0C34-4EC1-B48E-39209B5D14B4}" srcOrd="0" destOrd="0" presId="urn:microsoft.com/office/officeart/2005/8/layout/process2"/>
    <dgm:cxn modelId="{3FEAD47D-657B-45C6-8337-451552BD5221}" type="presOf" srcId="{001D1743-1483-4843-A383-BB8DE04E3D95}" destId="{05499B92-0FFC-499C-82AD-80631E8B972E}" srcOrd="0" destOrd="0" presId="urn:microsoft.com/office/officeart/2005/8/layout/process2"/>
    <dgm:cxn modelId="{ECCF9058-8A97-4CD7-8215-D5B9BA11EB3E}" srcId="{4564C817-85A5-49C5-A042-0743418AB0B9}" destId="{001D1743-1483-4843-A383-BB8DE04E3D95}" srcOrd="2" destOrd="0" parTransId="{A20D0C5D-66B2-490E-B071-49201187F74C}" sibTransId="{B040B286-3DB1-41CD-9F84-FE90A3D16003}"/>
    <dgm:cxn modelId="{51F03FC3-ED25-4954-BE41-97B7CB82729F}" type="presOf" srcId="{BAE3384C-62B9-4A1C-95E8-A82114B3363E}" destId="{2CA69046-5A66-431B-9F09-12F48849F7C1}" srcOrd="0" destOrd="0" presId="urn:microsoft.com/office/officeart/2005/8/layout/process2"/>
    <dgm:cxn modelId="{F26F69B9-96A5-478C-BB9E-452E6A309B7A}" srcId="{4564C817-85A5-49C5-A042-0743418AB0B9}" destId="{849DF79E-D907-4332-A05A-C73B75CE47D7}" srcOrd="1" destOrd="0" parTransId="{E48635B3-74BE-43E5-9D2F-E643DD6EB769}" sibTransId="{AD57084A-E6AE-4DA2-A521-4D2815F56D16}"/>
    <dgm:cxn modelId="{785E6BCA-4F98-4312-A85F-0CC01EBCFE1E}" type="presOf" srcId="{4564C817-85A5-49C5-A042-0743418AB0B9}" destId="{2A835CC2-1B15-4BB9-845F-057520BE8D4C}" srcOrd="0" destOrd="0" presId="urn:microsoft.com/office/officeart/2005/8/layout/process2"/>
    <dgm:cxn modelId="{2C6C1B53-C450-424F-9ECC-1E3E59CE40FD}" type="presOf" srcId="{AD57084A-E6AE-4DA2-A521-4D2815F56D16}" destId="{90E5EC91-741F-498E-A79D-6241C6CA557A}" srcOrd="1" destOrd="0" presId="urn:microsoft.com/office/officeart/2005/8/layout/process2"/>
    <dgm:cxn modelId="{75AEB5D1-349B-49DB-9DB8-F29082AA82C9}" srcId="{4564C817-85A5-49C5-A042-0743418AB0B9}" destId="{18884ABC-D470-4158-BC8B-EB171208C89A}" srcOrd="3" destOrd="0" parTransId="{D710A81F-C71D-420D-A6EB-67D06C6C1A43}" sibTransId="{1F3FBDA2-9F81-4715-85B0-79709ADC2BB4}"/>
    <dgm:cxn modelId="{E169A78D-3210-4D57-81DC-6A7AC50589B0}" type="presOf" srcId="{B040B286-3DB1-41CD-9F84-FE90A3D16003}" destId="{63BCD0C0-FCF7-4B8D-9DA9-0F884DC956B9}" srcOrd="1" destOrd="0" presId="urn:microsoft.com/office/officeart/2005/8/layout/process2"/>
    <dgm:cxn modelId="{7D97CE46-8623-4158-A74A-D1D9620BC7ED}" type="presParOf" srcId="{2A835CC2-1B15-4BB9-845F-057520BE8D4C}" destId="{2CA69046-5A66-431B-9F09-12F48849F7C1}" srcOrd="0" destOrd="0" presId="urn:microsoft.com/office/officeart/2005/8/layout/process2"/>
    <dgm:cxn modelId="{F801D8AA-594E-4A24-813E-39D8583E7CF0}" type="presParOf" srcId="{2A835CC2-1B15-4BB9-845F-057520BE8D4C}" destId="{EEA40E06-726F-4835-BEB6-9AF33E1D5BAE}" srcOrd="1" destOrd="0" presId="urn:microsoft.com/office/officeart/2005/8/layout/process2"/>
    <dgm:cxn modelId="{3E871BBB-5237-4836-9013-EB65A3B5792E}" type="presParOf" srcId="{EEA40E06-726F-4835-BEB6-9AF33E1D5BAE}" destId="{0CAC7AB9-0753-45DD-9E85-9E83C4793BBC}" srcOrd="0" destOrd="0" presId="urn:microsoft.com/office/officeart/2005/8/layout/process2"/>
    <dgm:cxn modelId="{408DF70A-6941-467E-B16C-BC6C0CD9D662}" type="presParOf" srcId="{2A835CC2-1B15-4BB9-845F-057520BE8D4C}" destId="{69EA0E30-B88D-4AE5-8A7D-43D0AA7A3A67}" srcOrd="2" destOrd="0" presId="urn:microsoft.com/office/officeart/2005/8/layout/process2"/>
    <dgm:cxn modelId="{6240DDD3-ACD6-4FA6-91D9-02D2C1C7E0D3}" type="presParOf" srcId="{2A835CC2-1B15-4BB9-845F-057520BE8D4C}" destId="{1792F3C5-0C7C-47D8-9B57-EACBAC4C47D4}" srcOrd="3" destOrd="0" presId="urn:microsoft.com/office/officeart/2005/8/layout/process2"/>
    <dgm:cxn modelId="{D11A41F5-8554-46A3-BEC1-81D2A40EBE74}" type="presParOf" srcId="{1792F3C5-0C7C-47D8-9B57-EACBAC4C47D4}" destId="{90E5EC91-741F-498E-A79D-6241C6CA557A}" srcOrd="0" destOrd="0" presId="urn:microsoft.com/office/officeart/2005/8/layout/process2"/>
    <dgm:cxn modelId="{2EDE99A1-996E-4759-8F70-9E56BCD3CB4F}" type="presParOf" srcId="{2A835CC2-1B15-4BB9-845F-057520BE8D4C}" destId="{05499B92-0FFC-499C-82AD-80631E8B972E}" srcOrd="4" destOrd="0" presId="urn:microsoft.com/office/officeart/2005/8/layout/process2"/>
    <dgm:cxn modelId="{0CE4EFB3-62FB-42D5-9798-6191B665061D}" type="presParOf" srcId="{2A835CC2-1B15-4BB9-845F-057520BE8D4C}" destId="{84744D81-1CBC-4F9D-BB6F-72D24B873ECD}" srcOrd="5" destOrd="0" presId="urn:microsoft.com/office/officeart/2005/8/layout/process2"/>
    <dgm:cxn modelId="{4EBE5D26-0C5B-4FE3-866C-7A73D6460705}" type="presParOf" srcId="{84744D81-1CBC-4F9D-BB6F-72D24B873ECD}" destId="{63BCD0C0-FCF7-4B8D-9DA9-0F884DC956B9}" srcOrd="0" destOrd="0" presId="urn:microsoft.com/office/officeart/2005/8/layout/process2"/>
    <dgm:cxn modelId="{A473CA88-550C-439D-BDAB-EFB52F151F63}" type="presParOf" srcId="{2A835CC2-1B15-4BB9-845F-057520BE8D4C}" destId="{3799E177-0C34-4EC1-B48E-39209B5D14B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8228EC-33D5-42FA-BE29-F4B53E38EC22}" type="doc">
      <dgm:prSet loTypeId="urn:microsoft.com/office/officeart/2005/8/layout/chevron1" loCatId="process" qsTypeId="urn:microsoft.com/office/officeart/2005/8/quickstyle/3d1" qsCatId="3D" csTypeId="urn:microsoft.com/office/officeart/2005/8/colors/colorful3" csCatId="colorful" phldr="1"/>
      <dgm:spPr/>
    </dgm:pt>
    <dgm:pt modelId="{0E8F6B52-047F-48AE-845E-041B54DA4A33}">
      <dgm:prSet phldrT="[Text]" custT="1"/>
      <dgm:spPr/>
      <dgm:t>
        <a:bodyPr/>
        <a:lstStyle/>
        <a:p>
          <a:r>
            <a:rPr lang="en-US" sz="1800" dirty="0" smtClean="0"/>
            <a:t>File</a:t>
          </a:r>
          <a:endParaRPr lang="en-IN" sz="1800" dirty="0"/>
        </a:p>
      </dgm:t>
    </dgm:pt>
    <dgm:pt modelId="{7A5396B7-0ECD-4B12-8AB9-AB12417C5C76}" type="parTrans" cxnId="{FB031CAF-241E-4EBC-BADB-1BEEA339D734}">
      <dgm:prSet/>
      <dgm:spPr/>
      <dgm:t>
        <a:bodyPr/>
        <a:lstStyle/>
        <a:p>
          <a:endParaRPr lang="en-IN"/>
        </a:p>
      </dgm:t>
    </dgm:pt>
    <dgm:pt modelId="{E67AACB2-4510-4FE9-A168-D537C49B2D57}" type="sibTrans" cxnId="{FB031CAF-241E-4EBC-BADB-1BEEA339D734}">
      <dgm:prSet/>
      <dgm:spPr/>
      <dgm:t>
        <a:bodyPr/>
        <a:lstStyle/>
        <a:p>
          <a:endParaRPr lang="en-IN"/>
        </a:p>
      </dgm:t>
    </dgm:pt>
    <dgm:pt modelId="{C935D552-D55B-4C41-A618-BA84BAB6B465}">
      <dgm:prSet phldrT="[Text]" custT="1"/>
      <dgm:spPr/>
      <dgm:t>
        <a:bodyPr/>
        <a:lstStyle/>
        <a:p>
          <a:r>
            <a:rPr lang="en-US" sz="1800" dirty="0" smtClean="0"/>
            <a:t>FileInputStream / FileOutputStream</a:t>
          </a:r>
          <a:endParaRPr lang="en-IN" sz="1800" dirty="0"/>
        </a:p>
      </dgm:t>
    </dgm:pt>
    <dgm:pt modelId="{F63AB669-10CE-461B-9EFA-13D5E8AC9BCF}" type="parTrans" cxnId="{0775F312-B9A6-4A45-AA08-2F7CBC54AD81}">
      <dgm:prSet/>
      <dgm:spPr/>
      <dgm:t>
        <a:bodyPr/>
        <a:lstStyle/>
        <a:p>
          <a:endParaRPr lang="en-IN"/>
        </a:p>
      </dgm:t>
    </dgm:pt>
    <dgm:pt modelId="{0476A815-FACC-428A-A11F-9EAAB5EB856B}" type="sibTrans" cxnId="{0775F312-B9A6-4A45-AA08-2F7CBC54AD81}">
      <dgm:prSet/>
      <dgm:spPr/>
      <dgm:t>
        <a:bodyPr/>
        <a:lstStyle/>
        <a:p>
          <a:endParaRPr lang="en-IN"/>
        </a:p>
      </dgm:t>
    </dgm:pt>
    <dgm:pt modelId="{9ABFA52E-8A27-40B4-B232-B78975C44960}" type="pres">
      <dgm:prSet presAssocID="{1D8228EC-33D5-42FA-BE29-F4B53E38EC22}" presName="Name0" presStyleCnt="0">
        <dgm:presLayoutVars>
          <dgm:dir/>
          <dgm:animLvl val="lvl"/>
          <dgm:resizeHandles val="exact"/>
        </dgm:presLayoutVars>
      </dgm:prSet>
      <dgm:spPr/>
    </dgm:pt>
    <dgm:pt modelId="{0E48C185-E3E7-4BAB-B6B1-9CC40DF6B6A9}" type="pres">
      <dgm:prSet presAssocID="{0E8F6B52-047F-48AE-845E-041B54DA4A33}" presName="parTxOnly" presStyleLbl="node1" presStyleIdx="0" presStyleCnt="2" custLinFactNeighborX="11083">
        <dgm:presLayoutVars>
          <dgm:chMax val="0"/>
          <dgm:chPref val="0"/>
          <dgm:bulletEnabled val="1"/>
        </dgm:presLayoutVars>
      </dgm:prSet>
      <dgm:spPr/>
    </dgm:pt>
    <dgm:pt modelId="{FC1B0200-2953-4766-B6B0-2BA15602FB77}" type="pres">
      <dgm:prSet presAssocID="{E67AACB2-4510-4FE9-A168-D537C49B2D57}" presName="parTxOnlySpace" presStyleCnt="0"/>
      <dgm:spPr/>
    </dgm:pt>
    <dgm:pt modelId="{6AD56BF5-6EAE-4D1D-8261-89FDA4D428B0}" type="pres">
      <dgm:prSet presAssocID="{C935D552-D55B-4C41-A618-BA84BAB6B46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8BE00FB-9591-4030-857C-C688551D5CAE}" type="presOf" srcId="{C935D552-D55B-4C41-A618-BA84BAB6B465}" destId="{6AD56BF5-6EAE-4D1D-8261-89FDA4D428B0}" srcOrd="0" destOrd="0" presId="urn:microsoft.com/office/officeart/2005/8/layout/chevron1"/>
    <dgm:cxn modelId="{20CBCD37-E8E7-43C6-9B97-0F4A9F182699}" type="presOf" srcId="{0E8F6B52-047F-48AE-845E-041B54DA4A33}" destId="{0E48C185-E3E7-4BAB-B6B1-9CC40DF6B6A9}" srcOrd="0" destOrd="0" presId="urn:microsoft.com/office/officeart/2005/8/layout/chevron1"/>
    <dgm:cxn modelId="{FB031CAF-241E-4EBC-BADB-1BEEA339D734}" srcId="{1D8228EC-33D5-42FA-BE29-F4B53E38EC22}" destId="{0E8F6B52-047F-48AE-845E-041B54DA4A33}" srcOrd="0" destOrd="0" parTransId="{7A5396B7-0ECD-4B12-8AB9-AB12417C5C76}" sibTransId="{E67AACB2-4510-4FE9-A168-D537C49B2D57}"/>
    <dgm:cxn modelId="{1B0CCD56-D1C1-496C-BFF5-ED8BEBDB7AF0}" type="presOf" srcId="{1D8228EC-33D5-42FA-BE29-F4B53E38EC22}" destId="{9ABFA52E-8A27-40B4-B232-B78975C44960}" srcOrd="0" destOrd="0" presId="urn:microsoft.com/office/officeart/2005/8/layout/chevron1"/>
    <dgm:cxn modelId="{0775F312-B9A6-4A45-AA08-2F7CBC54AD81}" srcId="{1D8228EC-33D5-42FA-BE29-F4B53E38EC22}" destId="{C935D552-D55B-4C41-A618-BA84BAB6B465}" srcOrd="1" destOrd="0" parTransId="{F63AB669-10CE-461B-9EFA-13D5E8AC9BCF}" sibTransId="{0476A815-FACC-428A-A11F-9EAAB5EB856B}"/>
    <dgm:cxn modelId="{ADA87DDF-D2A8-46A7-8254-8F21368567DF}" type="presParOf" srcId="{9ABFA52E-8A27-40B4-B232-B78975C44960}" destId="{0E48C185-E3E7-4BAB-B6B1-9CC40DF6B6A9}" srcOrd="0" destOrd="0" presId="urn:microsoft.com/office/officeart/2005/8/layout/chevron1"/>
    <dgm:cxn modelId="{98EB5FEF-4B3B-4F29-A033-E08FC8BDE5B9}" type="presParOf" srcId="{9ABFA52E-8A27-40B4-B232-B78975C44960}" destId="{FC1B0200-2953-4766-B6B0-2BA15602FB77}" srcOrd="1" destOrd="0" presId="urn:microsoft.com/office/officeart/2005/8/layout/chevron1"/>
    <dgm:cxn modelId="{B883657E-3903-44A0-9D74-1CB025E3F4A1}" type="presParOf" srcId="{9ABFA52E-8A27-40B4-B232-B78975C44960}" destId="{6AD56BF5-6EAE-4D1D-8261-89FDA4D428B0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69046-5A66-431B-9F09-12F48849F7C1}">
      <dsp:nvSpPr>
        <dsp:cNvPr id="0" name=""/>
        <dsp:cNvSpPr/>
      </dsp:nvSpPr>
      <dsp:spPr>
        <a:xfrm>
          <a:off x="739434" y="189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Workbook</a:t>
          </a:r>
          <a:endParaRPr lang="en-IN" sz="1900" kern="1200" dirty="0"/>
        </a:p>
      </dsp:txBody>
      <dsp:txXfrm>
        <a:off x="760084" y="22545"/>
        <a:ext cx="1227747" cy="663726"/>
      </dsp:txXfrm>
    </dsp:sp>
    <dsp:sp modelId="{EEA40E06-726F-4835-BEB6-9AF33E1D5BAE}">
      <dsp:nvSpPr>
        <dsp:cNvPr id="0" name=""/>
        <dsp:cNvSpPr/>
      </dsp:nvSpPr>
      <dsp:spPr>
        <a:xfrm rot="5400000">
          <a:off x="1241766" y="72454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750986"/>
        <a:ext cx="190357" cy="185069"/>
      </dsp:txXfrm>
    </dsp:sp>
    <dsp:sp modelId="{69EA0E30-B88D-4AE5-8A7D-43D0AA7A3A67}">
      <dsp:nvSpPr>
        <dsp:cNvPr id="0" name=""/>
        <dsp:cNvSpPr/>
      </dsp:nvSpPr>
      <dsp:spPr>
        <a:xfrm>
          <a:off x="739434" y="105943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Sheet</a:t>
          </a:r>
          <a:endParaRPr lang="en-IN" sz="1900" kern="1200" dirty="0"/>
        </a:p>
      </dsp:txBody>
      <dsp:txXfrm>
        <a:off x="760084" y="1080085"/>
        <a:ext cx="1227747" cy="663726"/>
      </dsp:txXfrm>
    </dsp:sp>
    <dsp:sp modelId="{1792F3C5-0C7C-47D8-9B57-EACBAC4C47D4}">
      <dsp:nvSpPr>
        <dsp:cNvPr id="0" name=""/>
        <dsp:cNvSpPr/>
      </dsp:nvSpPr>
      <dsp:spPr>
        <a:xfrm rot="5400000">
          <a:off x="1241766" y="178208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1808526"/>
        <a:ext cx="190357" cy="185069"/>
      </dsp:txXfrm>
    </dsp:sp>
    <dsp:sp modelId="{05499B92-0FFC-499C-82AD-80631E8B972E}">
      <dsp:nvSpPr>
        <dsp:cNvPr id="0" name=""/>
        <dsp:cNvSpPr/>
      </dsp:nvSpPr>
      <dsp:spPr>
        <a:xfrm>
          <a:off x="739434" y="211697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Row</a:t>
          </a:r>
          <a:endParaRPr lang="en-IN" sz="1900" kern="1200" dirty="0"/>
        </a:p>
      </dsp:txBody>
      <dsp:txXfrm>
        <a:off x="760084" y="2137625"/>
        <a:ext cx="1227747" cy="663726"/>
      </dsp:txXfrm>
    </dsp:sp>
    <dsp:sp modelId="{84744D81-1CBC-4F9D-BB6F-72D24B873ECD}">
      <dsp:nvSpPr>
        <dsp:cNvPr id="0" name=""/>
        <dsp:cNvSpPr/>
      </dsp:nvSpPr>
      <dsp:spPr>
        <a:xfrm rot="5400000">
          <a:off x="1241766" y="2839627"/>
          <a:ext cx="264384" cy="31726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1278780" y="2866066"/>
        <a:ext cx="190357" cy="185069"/>
      </dsp:txXfrm>
    </dsp:sp>
    <dsp:sp modelId="{3799E177-0C34-4EC1-B48E-39209B5D14B4}">
      <dsp:nvSpPr>
        <dsp:cNvPr id="0" name=""/>
        <dsp:cNvSpPr/>
      </dsp:nvSpPr>
      <dsp:spPr>
        <a:xfrm>
          <a:off x="739434" y="3174515"/>
          <a:ext cx="1269047" cy="7050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Cell</a:t>
          </a:r>
          <a:endParaRPr lang="en-IN" sz="1900" kern="1200" dirty="0"/>
        </a:p>
      </dsp:txBody>
      <dsp:txXfrm>
        <a:off x="760084" y="3195165"/>
        <a:ext cx="1227747" cy="6637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48C185-E3E7-4BAB-B6B1-9CC40DF6B6A9}">
      <dsp:nvSpPr>
        <dsp:cNvPr id="0" name=""/>
        <dsp:cNvSpPr/>
      </dsp:nvSpPr>
      <dsp:spPr>
        <a:xfrm>
          <a:off x="44469" y="0"/>
          <a:ext cx="3486219" cy="785612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File</a:t>
          </a:r>
          <a:endParaRPr lang="en-IN" sz="1800" kern="1200" dirty="0"/>
        </a:p>
      </dsp:txBody>
      <dsp:txXfrm>
        <a:off x="437275" y="0"/>
        <a:ext cx="2700607" cy="785612"/>
      </dsp:txXfrm>
    </dsp:sp>
    <dsp:sp modelId="{6AD56BF5-6EAE-4D1D-8261-89FDA4D428B0}">
      <dsp:nvSpPr>
        <dsp:cNvPr id="0" name=""/>
        <dsp:cNvSpPr/>
      </dsp:nvSpPr>
      <dsp:spPr>
        <a:xfrm>
          <a:off x="3143429" y="0"/>
          <a:ext cx="3486219" cy="785612"/>
        </a:xfrm>
        <a:prstGeom prst="chevron">
          <a:avLst/>
        </a:prstGeom>
        <a:gradFill rotWithShape="0">
          <a:gsLst>
            <a:gs pos="0">
              <a:schemeClr val="accent3">
                <a:hueOff val="-1433403"/>
                <a:satOff val="1180"/>
                <a:lumOff val="-981"/>
                <a:alphaOff val="0"/>
                <a:tint val="96000"/>
                <a:lumMod val="100000"/>
              </a:schemeClr>
            </a:gs>
            <a:gs pos="78000">
              <a:schemeClr val="accent3">
                <a:hueOff val="-1433403"/>
                <a:satOff val="1180"/>
                <a:lumOff val="-98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FileInputStream / FileOutputStream</a:t>
          </a:r>
          <a:endParaRPr lang="en-IN" sz="1800" kern="1200" dirty="0"/>
        </a:p>
      </dsp:txBody>
      <dsp:txXfrm>
        <a:off x="3536235" y="0"/>
        <a:ext cx="2700607" cy="785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Reading Data From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Writing Data To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79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Workbook – Excel file is treated as Workbook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where we are storing the data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65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 – </a:t>
            </a:r>
            <a:r>
              <a:rPr lang="en-US" sz="1800" dirty="0" smtClean="0"/>
              <a:t>Flow of data from application to memory (file) and from memory (file)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5155" y="2446986"/>
            <a:ext cx="3026535" cy="38636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979675" y="2446987"/>
            <a:ext cx="2588653" cy="386366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536464" y="2833352"/>
            <a:ext cx="4443211" cy="1442434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(Writing)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539077" y="4778062"/>
            <a:ext cx="4440598" cy="1378039"/>
          </a:xfrm>
          <a:prstGeom prst="lef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(Reading)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34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 – </a:t>
            </a:r>
            <a:r>
              <a:rPr lang="en-US" sz="2000" dirty="0" smtClean="0"/>
              <a:t>API to handle excel files via Selenium Script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15155" y="2446986"/>
            <a:ext cx="3026535" cy="38636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979675" y="2446987"/>
            <a:ext cx="2588653" cy="3863662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4595144" y="3213279"/>
            <a:ext cx="2331076" cy="233107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 </a:t>
            </a:r>
          </a:p>
          <a:p>
            <a:pPr algn="ctr"/>
            <a:r>
              <a:rPr lang="en-US" dirty="0" smtClean="0"/>
              <a:t>(API)</a:t>
            </a:r>
            <a:endParaRPr lang="en-IN" dirty="0"/>
          </a:p>
        </p:txBody>
      </p:sp>
      <p:cxnSp>
        <p:nvCxnSpPr>
          <p:cNvPr id="10" name="Straight Arrow Connector 9"/>
          <p:cNvCxnSpPr>
            <a:stCxn id="4" idx="3"/>
            <a:endCxn id="8" idx="2"/>
          </p:cNvCxnSpPr>
          <p:nvPr/>
        </p:nvCxnSpPr>
        <p:spPr>
          <a:xfrm>
            <a:off x="3541690" y="4378817"/>
            <a:ext cx="105345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6"/>
            <a:endCxn id="5" idx="2"/>
          </p:cNvCxnSpPr>
          <p:nvPr/>
        </p:nvCxnSpPr>
        <p:spPr>
          <a:xfrm>
            <a:off x="6926220" y="4378817"/>
            <a:ext cx="1053455" cy="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7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641459"/>
              </p:ext>
            </p:extLst>
          </p:nvPr>
        </p:nvGraphicFramePr>
        <p:xfrm>
          <a:off x="7452150" y="1709827"/>
          <a:ext cx="2747917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831236927"/>
              </p:ext>
            </p:extLst>
          </p:nvPr>
        </p:nvGraphicFramePr>
        <p:xfrm>
          <a:off x="1310783" y="1635617"/>
          <a:ext cx="6635481" cy="78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919673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111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– Flow of data from application to memory (file) and from memory (file) to application</vt:lpstr>
      <vt:lpstr>Apache POI – API to handle excel files via Selenium Script</vt:lpstr>
      <vt:lpstr>Object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5</cp:revision>
  <dcterms:created xsi:type="dcterms:W3CDTF">2026-03-26T16:02:08Z</dcterms:created>
  <dcterms:modified xsi:type="dcterms:W3CDTF">2026-03-26T16:40:17Z</dcterms:modified>
</cp:coreProperties>
</file>